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D3ADED-6D40-3ABC-C57E-297640C88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5DC21BA-140D-F7C1-0D7F-583EFE0B2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18652C-2101-4EB2-8B74-641F8802D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E18E6-A2B5-4B2C-A45E-E487463C9FF9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7991FE-AB9B-D58C-A1E5-9733BC684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569233-C3C5-E17A-4FF2-33D07CFDF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A228A-BB86-423A-BAE1-496E9BFE19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194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D07B19-CA4A-867E-C453-3B8878F57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CFB905-E21E-ACAC-A93F-CB375D7B0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8634EA-F2C9-A60A-E754-BDF7C2F25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E18E6-A2B5-4B2C-A45E-E487463C9FF9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C85765-8428-B353-DF57-D9E48E3FB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D6F8AA-E550-0C8B-0EDC-7CB17EED2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A228A-BB86-423A-BAE1-496E9BFE19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8884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503FC0-C5F8-E8E0-4582-6C65A4704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EFA009-3DD8-8F7F-C7D1-0637BD88B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8A651A-FBF7-4950-343D-043AD05C1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E18E6-A2B5-4B2C-A45E-E487463C9FF9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D4F013-F95E-67A6-DFB5-8F2401583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752649-C052-12EA-3F5A-D40FAAE97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A228A-BB86-423A-BAE1-496E9BFE19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141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433B47-C6EE-151D-59D2-6727C16DC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7B4FB8-D58D-EFE3-2C2A-B29837B25A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E2C450-3E25-C263-9172-7E6F63B02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953BA55-A96F-EF3A-5DC8-B83D56C93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E18E6-A2B5-4B2C-A45E-E487463C9FF9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BCE57EB-71D6-FADE-E429-5B8ABC66A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A61E51B-98A6-E67B-A9D6-23395E874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A228A-BB86-423A-BAE1-496E9BFE19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200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3A419F-0FBD-2F79-A824-F038A042F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BD0B821-2C82-66A1-9962-627AC3A7B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C2BDB0C-A107-76AF-A64A-C39828D6F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A008623-27C6-A874-CF86-C0869AC75D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F39CEF0-2A95-354D-EAEE-3BF9C0741C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209DCEF-5971-B75B-44F7-65E083029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E18E6-A2B5-4B2C-A45E-E487463C9FF9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7FC7D6E-E8F7-993F-E34F-AB4EA5DE4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704A95A-7301-3F66-344F-A3CBAF66B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A228A-BB86-423A-BAE1-496E9BFE19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397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121C7F-EFB8-6A1A-442D-854D2460C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CCDD117-487F-4C5E-17FF-70C263186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E18E6-A2B5-4B2C-A45E-E487463C9FF9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FD985A-961F-8390-01EC-5FF3ABE7B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BC7F1A8-C90E-E776-14F9-9DF3612D5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A228A-BB86-423A-BAE1-496E9BFE19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0146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E9C2E4B-CE5B-F368-C9C8-A8D7A7C40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E18E6-A2B5-4B2C-A45E-E487463C9FF9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703074E-28B2-60BC-67F1-30B1E0FD1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E27CC8-26E4-7650-7546-BC790749F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A228A-BB86-423A-BAE1-496E9BFE19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0826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CFCFAB-39E6-E1BD-2E27-E233640E8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E65AD5-C624-C3E9-115F-FAFF1481F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D6B0028-5845-3788-3295-5AD40E511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96CD283-7958-9204-6DAC-8FDD115A1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E18E6-A2B5-4B2C-A45E-E487463C9FF9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7723CCB-356A-7CBE-A86F-04D227908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52792D3-0D53-8414-E954-0B3D65792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A228A-BB86-423A-BAE1-496E9BFE19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8260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1606A7-1A4C-6DB1-B755-017C3AF79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D997444-3FC9-B20E-16EA-41151D1C3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3114523-23CA-5C2E-77AF-9C283DC8C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C4D6828-8585-9968-7AE9-BBAC6628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E18E6-A2B5-4B2C-A45E-E487463C9FF9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C8DA254-D89D-2725-4FFB-399356B64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2A8DEE-61D0-2EF8-7FCC-ECE3C7D5E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A228A-BB86-423A-BAE1-496E9BFE19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1930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FED1D4-C318-EFF1-36CA-9E88E8A0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FE73612-41B2-8323-5B4A-04B0D2C99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60A96B-2C1B-6AB5-D265-6386AEE94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E18E6-A2B5-4B2C-A45E-E487463C9FF9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1B39A3-453F-3502-640A-FDD5F1BF1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18E5C2-D674-18BE-0966-3B1680A6C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A228A-BB86-423A-BAE1-496E9BFE19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5881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FC281F1-94C3-6ECD-183A-A8C115CEBC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F005E2-33F3-21BE-770D-81D4AE242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3C381E-D0FE-F218-2F0F-B18C5BE39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E18E6-A2B5-4B2C-A45E-E487463C9FF9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4028CB-FC03-4811-D7BF-58FD31D69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82E667-3BE2-BE4E-05F3-18B112A46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A228A-BB86-423A-BAE1-496E9BFE19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5252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27643D2-5649-0DE2-99AA-6E4AA5F09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6FCB27-A12D-32F8-719B-FC91D6A5B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986860-D06A-8D8B-42DE-A5E1F02DF1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E18E6-A2B5-4B2C-A45E-E487463C9FF9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B708AD-6E9E-87DD-12FF-37E1A4CFB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3CFF04-0176-6412-7562-C942A922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A228A-BB86-423A-BAE1-496E9BFE19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0149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D630B4-4CCC-7B1D-1803-DAED942D7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Vue aérienne de la route">
            <a:extLst>
              <a:ext uri="{FF2B5EF4-FFF2-40B4-BE49-F238E27FC236}">
                <a16:creationId xmlns:a16="http://schemas.microsoft.com/office/drawing/2014/main" id="{D2F6B0EE-B92E-4504-CC42-40973A6ECC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7526" b="1747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B9D4AF4-940B-E2B2-CDD8-9AFCB9F51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48600" cy="3204429"/>
          </a:xfrm>
        </p:spPr>
        <p:txBody>
          <a:bodyPr anchor="t">
            <a:normAutofit/>
          </a:bodyPr>
          <a:lstStyle/>
          <a:p>
            <a:pPr algn="l"/>
            <a:r>
              <a:rPr lang="fr-FR" sz="4000">
                <a:solidFill>
                  <a:srgbClr val="FFFFFF"/>
                </a:solidFill>
              </a:rPr>
              <a:t>Autonomous Driving in Roundabout Maneuvers Using Reinforcement Learning with Q-Learning (2019)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A7FFC96-BF1C-98E9-FA11-E38839550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792531"/>
            <a:ext cx="5334000" cy="1089423"/>
          </a:xfrm>
        </p:spPr>
        <p:txBody>
          <a:bodyPr anchor="b">
            <a:normAutofit/>
          </a:bodyPr>
          <a:lstStyle/>
          <a:p>
            <a:pPr algn="l"/>
            <a:r>
              <a:rPr lang="fr-FR" sz="1800">
                <a:solidFill>
                  <a:srgbClr val="FFFFFF"/>
                </a:solidFill>
              </a:rPr>
              <a:t>Par Laura García Cuenca, Enrique Puertas, Javier Fernandez Andrés and Nourdine Aliane</a:t>
            </a:r>
          </a:p>
          <a:p>
            <a:pPr algn="l"/>
            <a:endParaRPr lang="fr-FR" sz="1800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9264613-F0F7-08CE-0ADF-98407A64D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9574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5E81E93-E9A4-8FDE-353A-4F4F210B7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30" name="Picture 6" descr="Electronics 08 01536 g002">
            <a:extLst>
              <a:ext uri="{FF2B5EF4-FFF2-40B4-BE49-F238E27FC236}">
                <a16:creationId xmlns:a16="http://schemas.microsoft.com/office/drawing/2014/main" id="{3C35C876-0A7B-9989-EE52-828270AE1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" y="0"/>
            <a:ext cx="118348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522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7A0DAA2-3A53-9C67-F1B5-28009475D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Table Q-Learning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DB4E973-01A5-F6D2-1B74-9260F00BAC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900" y="2481622"/>
            <a:ext cx="10744200" cy="369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812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E27DC07-3174-419E-FB0D-FEBCD49C8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Map et sensor</a:t>
            </a:r>
          </a:p>
        </p:txBody>
      </p:sp>
      <p:pic>
        <p:nvPicPr>
          <p:cNvPr id="2050" name="Picture 2" descr="Electronics 08 01536 g003">
            <a:extLst>
              <a:ext uri="{FF2B5EF4-FFF2-40B4-BE49-F238E27FC236}">
                <a16:creationId xmlns:a16="http://schemas.microsoft.com/office/drawing/2014/main" id="{9AC9AAE7-7D9E-DC02-4BC7-59506609A3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81091" y="578738"/>
            <a:ext cx="4337969" cy="5670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906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794D6F9-28C5-CDC6-1EFA-F236AF546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Calculer la déviation</a:t>
            </a:r>
          </a:p>
        </p:txBody>
      </p:sp>
      <p:pic>
        <p:nvPicPr>
          <p:cNvPr id="3074" name="Picture 2" descr="Electronics 08 01536 g005">
            <a:extLst>
              <a:ext uri="{FF2B5EF4-FFF2-40B4-BE49-F238E27FC236}">
                <a16:creationId xmlns:a16="http://schemas.microsoft.com/office/drawing/2014/main" id="{31C41718-A9FF-6CC6-C833-2ECB382BCBB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95751" y="1687144"/>
            <a:ext cx="5708649" cy="345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5783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FD7219-A7EE-F7D7-3FA5-5670D2F2A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00DE92-31E0-49D4-14F3-645FB5074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State : 𝑠𝑣𝑒ℎ={ 𝑥, 𝑦, 𝑣𝑥 , 𝑣𝑦 , 𝑟𝑝 , 𝑙𝑎𝑛𝑒𝑖, 𝑙𝑎𝑛𝑒𝑑 }</a:t>
            </a:r>
            <a:br>
              <a:rPr lang="fr-FR" dirty="0"/>
            </a:br>
            <a:endParaRPr lang="fr-FR" dirty="0"/>
          </a:p>
          <a:p>
            <a:r>
              <a:rPr lang="fr-FR" dirty="0" err="1"/>
              <a:t>Vector</a:t>
            </a:r>
            <a:r>
              <a:rPr lang="fr-FR" dirty="0"/>
              <a:t> L : 𝑉𝑙=𝑉[(𝑥𝑎−𝑥𝑏), (𝑦𝑎−𝑦𝑏)]</a:t>
            </a:r>
            <a:br>
              <a:rPr lang="fr-FR" dirty="0"/>
            </a:br>
            <a:endParaRPr lang="fr-FR" dirty="0"/>
          </a:p>
          <a:p>
            <a:r>
              <a:rPr lang="fr-FR" dirty="0" err="1"/>
              <a:t>Vector</a:t>
            </a:r>
            <a:r>
              <a:rPr lang="fr-FR" dirty="0"/>
              <a:t> J : 𝑉𝑗=𝑉[(𝑥𝑏−𝑥𝑐), (𝑦𝑏−𝑦𝑐)]</a:t>
            </a:r>
          </a:p>
          <a:p>
            <a:endParaRPr lang="fr-FR" dirty="0"/>
          </a:p>
          <a:p>
            <a:r>
              <a:rPr lang="fr-FR" dirty="0"/>
              <a:t>Angle de déviation :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1728A5E-7904-B162-276A-1ED6A0BED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388" y="4310744"/>
            <a:ext cx="5098735" cy="109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5439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93</Words>
  <Application>Microsoft Office PowerPoint</Application>
  <PresentationFormat>Grand écran</PresentationFormat>
  <Paragraphs>11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Autonomous Driving in Roundabout Maneuvers Using Reinforcement Learning with Q-Learning (2019)</vt:lpstr>
      <vt:lpstr>Présentation PowerPoint</vt:lpstr>
      <vt:lpstr>Table Q-Learning</vt:lpstr>
      <vt:lpstr>Map et sensor</vt:lpstr>
      <vt:lpstr>Calculer la déviation</vt:lpstr>
      <vt:lpstr>Autre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Quentin GENSE</dc:creator>
  <cp:lastModifiedBy>Quentin GENSE</cp:lastModifiedBy>
  <cp:revision>1</cp:revision>
  <dcterms:created xsi:type="dcterms:W3CDTF">2026-05-05T09:42:18Z</dcterms:created>
  <dcterms:modified xsi:type="dcterms:W3CDTF">2026-05-05T09:55:49Z</dcterms:modified>
</cp:coreProperties>
</file>